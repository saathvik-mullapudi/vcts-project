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I'll walk through the porting, hardware offloading, and performance optimization of our live line-crossing vision system on the NXP i.MX8 edge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I first ported our laptop computer vision prototype to the i.MX8 edge board, CPU usage reached 85%, and the video stream accumulated lag. My first step was writing a manual frame-skipper in Python. However, fixed frame-skipping proved too rigid to handle dynamic camera framerates and inference timing variations.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reduce inference latency, I quantized YOLOv8n to 8-bit full-integer TFLite format. I then configured the TFLite runtime to load NXP's libvx_delegate.so driver, offloading tensor calculations directly to the onboard VIP8000 NPU. This reduced inference latency to 78 milliseconds while using 21.5% of the NPU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offloading model execution, I turned to pipeline optimization. First, I offloaded colorspace conversion and scaling to the i.MX8 GPU using GStreamer's imxvideoconvert_g2d element. Next, I replaced the manual frame-skipping logic with GStreamer's appsink element configured with drop=true and max-buffers=1. This dynamically drops stale frames at the buffer boundary, guaranteeing zero video lag while keeping video streaming smooth at 11.2 FPS.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ensure count accuracy, I addressed bounding box jitter near the line. I updated the math to track foot points instead of box centers, applied Exponential Moving Average smoothing to centroids, and added a 30-pixel spatial padding zone with a 2-frame debouncing state machine. This eliminated false counts caused by loitering individuals.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field deployments, I implemented a self-healing layer. If a camera cable is unplugged, our GStreamer bus callback catches the error, releases hardware device locks, and enters a stepped-backoff reconnect loop. If the process is terminated, systemd automatically restarts the service within 3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verified system performance with a 30-minute stress test on live camera feeds. The benchmark results confirmed stability: RAM usage remained flat at 18.9% with zero memory leaks, NPU load averaged 21.5%, and CPU temperature stabilized safely at 80.6°C.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Reflecting on this project, my biggest learning was approaching software from a systems perspective—profiling low-level hardware registers, iterating on pipeline architecture, and building resilient code designed for real-world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Edge-AI Line Crossing Detector on NXP i.MX8</a:t>
            </a:r>
          </a:p>
          <a:p>
            <a:pPr>
              <a:defRPr sz="1600">
                <a:solidFill>
                  <a:srgbClr val="B4CDEB"/>
                </a:solidFill>
              </a:defRPr>
            </a:pPr>
            <a:r>
              <a:t>Porting, Hardware Offloading, and Optimization of Real-Time Vision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Presenter: [Your Name]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Target Hardware: NXP i.MX8M Plus SoC (VIP8000 NPU)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Focus: Edge ML Inference, GStreamer Hardware Pipelines, Self-Healing Resilience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Initial Prototype &amp; Performance Bottlenecks</a:t>
            </a:r>
          </a:p>
          <a:p>
            <a:pPr>
              <a:defRPr sz="1600">
                <a:solidFill>
                  <a:srgbClr val="B4CDEB"/>
                </a:solidFill>
              </a:defRPr>
            </a:pPr>
            <a:r>
              <a:t>Transitioning from Laptop Prototyping to Resource-Constrained Edge Chips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Initial Prototype: OpenCV Python capture (cv2.VideoCapture) running on a laptop.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Edge Constraints: Porting to i.MX8 caused CPU usage to hit 85%+ with infinite video lag.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Initial Attempt (Manual Frame Skipping): Skips every 3rd/5th frame in Python.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Limitations: Rigid skipping failed when camera framerates or NPU timing fluctuated.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Model Quantization &amp; NPU Hardware Delegation</a:t>
            </a:r>
          </a:p>
          <a:p>
            <a:pPr>
              <a:defRPr sz="1600">
                <a:solidFill>
                  <a:srgbClr val="B4CDEB"/>
                </a:solidFill>
              </a:defRPr>
            </a:pPr>
            <a:r>
              <a:t>Offloading Neural Network Matrix Operations from CPU to VIP8000 NPU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Float32 CPU Bottleneck: Standard float32 YOLOv8n execution on CPU took &gt; 400 ms per frame.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Full-Integer Quantization: Converted model to 8-bit full-integer TFLite (uint8/int8).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NPU Driver Delegate: Configured TFLite runtime to load NXP libvx_delegate.so driver.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Performance Impact: Latency dropped to 78.2 ms, holding average NPU load at 21.5%.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Pipeline Refinement &amp; Dynamic Frame Dropping</a:t>
            </a:r>
          </a:p>
          <a:p>
            <a:pPr>
              <a:defRPr sz="1600">
                <a:solidFill>
                  <a:srgbClr val="B4CDEB"/>
                </a:solidFill>
              </a:defRPr>
            </a:pPr>
            <a:r>
              <a:t>Offloading Colorspace Conversion to GPU &amp; Replacing Manual Frame Skipping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GPU Colorspace Scaling: Used imxvideoconvert_g2d to offload YUV-to-BGRx scaling to 2D GPU.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Replaced Manual Skipping: Configured GStreamer appsink with drop=true and max-buffers=1.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Decoupled Architecture: AppSink dynamically drops stale intermediate frames while NPU is busy.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Result: Visual streaming rate (11.2 FPS) decoupled from NPU inference rate (6.0 FPS).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Boundary Math &amp; False-Positive Elimination</a:t>
            </a:r>
          </a:p>
          <a:p>
            <a:pPr>
              <a:defRPr sz="1600">
                <a:solidFill>
                  <a:srgbClr val="B4CDEB"/>
                </a:solidFill>
              </a:defRPr>
            </a:pPr>
            <a:r>
              <a:t>Foot-Point Vectors, EMA Centroid Smoothing, Spatial Padding, and Debouncing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Foot-Point Tracking: Tracked bottom-center point (x + w/2, y2) to stabilize floor contact.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EMA Centroid Smoothing: Applied smoothing (alpha=0.75) to eliminate bounding box jitter.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Vector Cross-Product: Computed 2D signed cross product d(P) = (x - x1)(y2 - y1) - (y - y1)(x2 - x1).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Spatial &amp; Temporal Filters: 30px spatial buffer padding + 2-frame debouncing state machine.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Industrial Resilience &amp; Fault Tolerance</a:t>
            </a:r>
          </a:p>
          <a:p>
            <a:pPr>
              <a:defRPr sz="1600">
                <a:solidFill>
                  <a:srgbClr val="B4CDEB"/>
                </a:solidFill>
              </a:defRPr>
            </a:pPr>
            <a:r>
              <a:t>Handling Hardware Disconnects and Process Recovery Gracefully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Hardware Disconnect Recovery: Catches Gst.MessageType.ERROR when camera is unplugged.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Hardware Lock Cleanup: Transitions GStreamer to Gst.State.NULL to release /dev/video3 locks.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Stepped Backoff: Retries every 3s for 2 minutes (40 retries), then backs off to 3m intervals.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OS Service Integration: Registered GLib.unix_signal_add(SIGTERM) for 3s systemd auto-recovery.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Benchmarking &amp; System Verification (30.7-Minute Run)</a:t>
            </a:r>
          </a:p>
          <a:p>
            <a:pPr>
              <a:defRPr sz="1600">
                <a:solidFill>
                  <a:srgbClr val="B4CDEB"/>
                </a:solidFill>
              </a:defRPr>
            </a:pPr>
            <a:r>
              <a:t>Continuous Stress Testing on Live Camera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Test Duration: Processed 26,911 frames continuously over 30.7 minutes.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Visual &amp; Inference Rates: RTSP Output at 11.2 FPS | NPU Inference at 6.0 FPS.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Hardware Loads: NPU Avg 21.5% (Max 42%) | CPU Avg 47.3% (Max 84%).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Memory &amp; Thermal Stability: RAM flat at 18.9% (zero leaks) | Temperature stable at 80.6°C.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Takeaways &amp; Systems Engineering Learnings</a:t>
            </a:r>
          </a:p>
          <a:p>
            <a:pPr>
              <a:defRPr sz="1600">
                <a:solidFill>
                  <a:srgbClr val="B4CDEB"/>
                </a:solidFill>
              </a:defRPr>
            </a:pPr>
            <a:r>
              <a:t>Reflections on Hardware-Software Co-Design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Hardware Profiling First: Measured sysfs and debugfs (/sys/kernel/debug/gc/load) drivers.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Iterative Architecture: Replaced naive frame-skipping with dynamic appsink ring buffers.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Production Readiness: Designed self-healing code for OS signals, hardware unplugs, and locks.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 Engineering Growth: Transitioned from writing scripts to building edge ML vision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